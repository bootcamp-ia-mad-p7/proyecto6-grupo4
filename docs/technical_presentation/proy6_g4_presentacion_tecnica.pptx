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8126273"/>
  <p:notesSz cx="8126273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op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81262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op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81262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op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81262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op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81262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op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81262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op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81262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op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81262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op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81262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op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81262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op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81262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op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81262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op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81262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op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81262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op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81262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ops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81262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2026-07-27T20:56:37Z</dcterms:created>
  <dcterms:modified xsi:type="dcterms:W3CDTF">2026-07-27T20:56:37Z</dcterms:modified>
</cp:coreProperties>
</file>
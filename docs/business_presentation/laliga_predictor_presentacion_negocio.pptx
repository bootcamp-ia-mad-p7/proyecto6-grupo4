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72000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937760"/>
            <a:ext cx="2926080" cy="2926080"/>
          </a:xfrm>
          <a:prstGeom prst="ellipse">
            <a:avLst/>
          </a:prstGeom>
          <a:solidFill>
            <a:srgbClr val="E31B2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IA  •  PROYECTO6-GRUPO4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LaLiga Predictor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negocio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Predicciones de resultados de LaLiga basadas en 30 temporadas de datos reales — sin cuotas, sin humo.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Arnaldo   •   Johans   •   César   •   Fernanda        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Predecir un partido no debería ser una caja negra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F1F3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más visibles son casas de apuestas: optimizan a favor de la casa, no explican el porqué de una cuota.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rgbClr val="F1F3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554480" y="30175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deportivo serio (modelos estadísticos, scouting) suele estar detrás de suscripciones de pago o herramientas de nicho.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640080" cy="640080"/>
          </a:xfrm>
          <a:prstGeom prst="ellipse">
            <a:avLst/>
          </a:prstGeom>
          <a:solidFill>
            <a:srgbClr val="F1F3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554480" y="42519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aficionado medio decide "a ojo", sin ninguna base de datos histórica real detrás de su intuición.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66960" y="1737360"/>
            <a:ext cx="1737360" cy="40233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9966960" y="20116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47.4%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104120" y="2697480"/>
            <a:ext cx="1463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partidos históricos los gana el local — pero acertar cuándo NO pasa así es donde está el valor real.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predicción honesta, gratuita y explicable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31720"/>
            <a:ext cx="822960" cy="822960"/>
          </a:xfrm>
          <a:prstGeom prst="ellipse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partido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8862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visitante y fecha — nada más.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41B4D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331720"/>
            <a:ext cx="822960" cy="822960"/>
          </a:xfrm>
          <a:prstGeom prst="ellipse">
            <a:avLst/>
          </a:prstGeom>
          <a:solidFill>
            <a:srgbClr val="E31B2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340" dirty="0"/>
          </a:p>
        </p:txBody>
      </p:sp>
      <p:sp>
        <p:nvSpPr>
          <p:cNvPr id="12" name="Text 10"/>
          <p:cNvSpPr/>
          <p:nvPr/>
        </p:nvSpPr>
        <p:spPr>
          <a:xfrm>
            <a:off x="4663440" y="3337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calcula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8862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30 temporadas de historial real, sin datos del partido en curso.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41B4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331720"/>
            <a:ext cx="822960" cy="822960"/>
          </a:xfrm>
          <a:prstGeom prst="ellipse">
            <a:avLst/>
          </a:prstGeom>
          <a:solidFill>
            <a:srgbClr val="E31B2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340" dirty="0"/>
          </a:p>
        </p:txBody>
      </p:sp>
      <p:sp>
        <p:nvSpPr>
          <p:cNvPr id="17" name="Text 15"/>
          <p:cNvSpPr/>
          <p:nvPr/>
        </p:nvSpPr>
        <p:spPr>
          <a:xfrm>
            <a:off x="8366760" y="3337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probabilidades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38862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/ D / A con porcentaje de confianza y los factores reales detrás.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cuotas de apuestas. Sin datos del partido en curso. Solo historial verificable.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 Y NO OTRA COSA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nos diferencia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94360" cy="594360"/>
          </a:xfrm>
          <a:prstGeom prst="ellipse">
            <a:avLst/>
          </a:prstGeom>
          <a:solidFill>
            <a:srgbClr val="F1F3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9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real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212848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predicción muestra los factores que realmente pesaron en el modelo (Elo, forma reciente, descanso...), medidos con permutation importance — no una explicación inventada.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94360" cy="594360"/>
          </a:xfrm>
          <a:prstGeom prst="ellipse">
            <a:avLst/>
          </a:prstGeom>
          <a:solidFill>
            <a:srgbClr val="F1F3FA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690" dirty="0"/>
          </a:p>
        </p:txBody>
      </p:sp>
      <p:sp>
        <p:nvSpPr>
          <p:cNvPr id="10" name="Text 8"/>
          <p:cNvSpPr/>
          <p:nvPr/>
        </p:nvSpPr>
        <p:spPr>
          <a:xfrm>
            <a:off x="690372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temporadas de datos reales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2212848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11.944 partidos de LaLiga (1995/96–2025/26), limpiados y auditados: hasta erratas de nombres de equipos históricos quedaron corregidas.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94360" cy="594360"/>
          </a:xfrm>
          <a:prstGeom prst="ellipse">
            <a:avLst/>
          </a:prstGeom>
          <a:solidFill>
            <a:srgbClr val="F1F3F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</a:t>
            </a:r>
            <a:endParaRPr lang="en-US" sz="1690" dirty="0"/>
          </a:p>
        </p:txBody>
      </p:sp>
      <p:sp>
        <p:nvSpPr>
          <p:cNvPr id="14" name="Text 12"/>
          <p:cNvSpPr/>
          <p:nvPr/>
        </p:nvSpPr>
        <p:spPr>
          <a:xfrm>
            <a:off x="132588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y sin fricción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315968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registro, sin cuotas, sin letra pequeña. Predicción en segundos desde el navegador.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594360" cy="594360"/>
          </a:xfrm>
          <a:prstGeom prst="ellipse">
            <a:avLst/>
          </a:prstGeom>
          <a:solidFill>
            <a:srgbClr val="F1F3F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90" dirty="0"/>
          </a:p>
        </p:txBody>
      </p:sp>
      <p:sp>
        <p:nvSpPr>
          <p:cNvPr id="18" name="Text 16"/>
          <p:cNvSpPr/>
          <p:nvPr/>
        </p:nvSpPr>
        <p:spPr>
          <a:xfrm>
            <a:off x="690372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Honesto sobre su propio límite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4315968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nunca finge certeza que no tiene: sus probabilidades reflejan la incertidumbre real del fútbol.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LE SIRVE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 objetivo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9AA5C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Aficionados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Quieren una segunda opinión basada en datos antes de discutir el resultado con amigos.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9AA5C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3657600" y="2971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&amp; quinielas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6118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 una señal objetiva para decidir alineaciones o pronósticos, sin depender de tips sin fuente.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9AA5C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6537960" y="2971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Prensa y creadores deportivos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6118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Necesitan un dato defendible y citable para previas de partido, con el detalle de por qué.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9720" y="187452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9AA5C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6404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4640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9418320" y="2971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y estudiantes de datos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0" y="36118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Interesados en un caso real de ML aplicado a deporte, con metodología auditable y reproducible.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EXPLORAR, NO DECIDIDO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Posibles vías de monetización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de negocio a validar por el equipo — este proyecto nació como pieza académica, no como startup lanzada.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0" cy="9601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91840" y="196596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Predicciones básicas gratis; histórico de precisión, comparativa entre modelos o alertas por correo en un plan de pago.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051560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175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para medios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301752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Licenciar el endpoint de predicción a portales deportivos o creadores de contenido que necesiten un dato citable.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0515600" cy="9601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690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Patrocinio de contenido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406908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relacionadas con fútbol (no apuestas) patrocinan la sección de "partido de la semana".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051560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 metodología abiertos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512064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el pipeline como caso de estudio / portafolio del equipo, generando visibilidad profesional.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propuesto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23160"/>
            <a:ext cx="502920" cy="502920"/>
          </a:xfrm>
          <a:prstGeom prst="ellipse">
            <a:avLst/>
          </a:prstGeom>
          <a:solidFill>
            <a:srgbClr val="E31B2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hallazgos técnicos pendientes (observabilidad, contrato de API) y consolidar la versión actual del Champion.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41B4D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423160"/>
            <a:ext cx="502920" cy="502920"/>
          </a:xfrm>
          <a:prstGeom prst="ellipse">
            <a:avLst/>
          </a:prstGeom>
          <a:solidFill>
            <a:srgbClr val="E31B2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plazo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precisión histórica público, más ligas además de LaLiga, app móvil ligera.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41B4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423160"/>
            <a:ext cx="502920" cy="502920"/>
          </a:xfrm>
          <a:prstGeom prst="ellipse">
            <a:avLst/>
          </a:prstGeom>
          <a:solidFill>
            <a:srgbClr val="E31B2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36118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una vía de monetización real con usuarios piloto; explorar licenciamiento del modelo a terceros.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LO HICIERON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9202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Arnaldo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modelo A — regresión logística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9202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4612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4114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 — gradient boosting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9202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94360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César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4114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y modelo C — random forest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0" y="19202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64108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4108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78240" y="4114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despliegue y modelo D — SVM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solidFill>
            <a:srgbClr val="E31B23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0" y="62636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LaLiga Predictor — predicciones con datos, no con humo.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7589520" cy="777240"/>
          </a:xfrm>
          <a:prstGeom prst="roundRect">
            <a:avLst>
              <a:gd name="adj" fmla="val 9412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29768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Aviso: predicciones orientativas basadas solo en histórico. No constituyen asesoría de apuestas ni garantía de resultado.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github.com/Bootcamp-IA-MAD-P7/proyecto6-grupo4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LaLiga Predictor — Bootcamp IA Proyecto6-Grupo4</dc:creator>
  <cp:lastModifiedBy>LaLiga Predictor — Bootcamp IA Proyecto6-Grupo4</cp:lastModifiedBy>
  <cp:revision>1</cp:revision>
  <dcterms:created xsi:type="dcterms:W3CDTF">2026-07-30T11:24:46Z</dcterms:created>
  <dcterms:modified xsi:type="dcterms:W3CDTF">2026-07-30T11:24:46Z</dcterms:modified>
</cp:coreProperties>
</file>